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0CAF9"/>
                </a:solidFill>
                <a:latin typeface="Arial"/>
              </a:rPr>
              <a:t>Validation Accuracy Progress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Epoch 1</c:v>
                  </c:pt>
                  <c:pt idx="1">
                    <c:v>Epoch 5</c:v>
                  </c:pt>
                  <c:pt idx="2">
                    <c:v>Epoch 12</c:v>
                  </c:pt>
                  <c:pt idx="3">
                    <c:v>Epoch 30</c:v>
                  </c:pt>
                  <c:pt idx="4">
                    <c:v>Epoch 60</c:v>
                  </c:pt>
                  <c:pt idx="5">
                    <c:v>Final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97.4</c:v>
                </c:pt>
                <c:pt idx="1">
                  <c:v>99.4</c:v>
                </c:pt>
                <c:pt idx="2">
                  <c:v>99.4</c:v>
                </c:pt>
                <c:pt idx="3">
                  <c:v>99.6</c:v>
                </c:pt>
                <c:pt idx="4">
                  <c:v>99.8</c:v>
                </c:pt>
                <c:pt idx="5">
                  <c:v>99.9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28359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37E">
        <a:alpha val="15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37E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🤟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Sign Language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Indian Sign Language detection using MediaPipe, TensorFlow &amp; OpenCV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A-Z  •  0-9  •  10 Words  •  99%+ Accuracy  •  Real-time Webcam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Prabha  |  GitHub: prabha092007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588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468880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deaf/mute people face daily communication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468880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real-time ISL translation tools available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325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2468880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uses unique signs different from other sign languages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0507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A real-time AI system that recognises ISL signs directly from webcam — free, offline, and accessible to everyone.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3776AB">
              <a:alpha val="25000"/>
            </a:srgbClr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377440" cy="36576"/>
          </a:xfrm>
          <a:prstGeom prst="rect">
            <a:avLst/>
          </a:prstGeom>
          <a:solidFill>
            <a:srgbClr val="3776AB">
              <a:alpha val="60000"/>
            </a:srgbClr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0897B">
              <a:alpha val="25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0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194560"/>
            <a:ext cx="2377440" cy="36576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6F00">
              <a:alpha val="25000"/>
            </a:srgbClr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2377440" cy="36576"/>
          </a:xfrm>
          <a:prstGeom prst="rect">
            <a:avLst/>
          </a:prstGeom>
          <a:solidFill>
            <a:srgbClr val="FF6F00">
              <a:alpha val="60000"/>
            </a:srgbClr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5C6BC0">
              <a:alpha val="25000"/>
            </a:srgbClr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" y="3182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&amp; Display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377440" cy="36576"/>
          </a:xfrm>
          <a:prstGeom prst="rect">
            <a:avLst/>
          </a:prstGeom>
          <a:solidFill>
            <a:srgbClr val="5C6BC0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06292">
              <a:alpha val="25000"/>
            </a:srgbClr>
          </a:solidFill>
          <a:ln w="19050">
            <a:solidFill>
              <a:srgbClr val="F062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0" y="3182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520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4023360"/>
            <a:ext cx="2377440" cy="36576"/>
          </a:xfrm>
          <a:prstGeom prst="rect">
            <a:avLst/>
          </a:prstGeom>
          <a:solidFill>
            <a:srgbClr val="F06292">
              <a:alpha val="60000"/>
            </a:srgbClr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288D1">
              <a:alpha val="25000"/>
            </a:srgbClr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49440" y="3182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NumPy/Pandas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520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023360"/>
            <a:ext cx="2377440" cy="36576"/>
          </a:xfrm>
          <a:prstGeom prst="rect">
            <a:avLst/>
          </a:prstGeom>
          <a:solidFill>
            <a:srgbClr val="0288D1">
              <a:alpha val="60000"/>
            </a:srgbClr>
          </a:solidFill>
          <a:ln w="12700">
            <a:solidFill>
              <a:srgbClr val="0288D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 Stage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1A237E">
              <a:alpha val="12000"/>
            </a:srgbClr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234440"/>
            <a:ext cx="731520" cy="7315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data_collection.py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captures hand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detects 21 landmarks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coords saved to 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samples per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926080"/>
            <a:ext cx="18288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953512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00897B">
              <a:alpha val="12000"/>
            </a:srgbClr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234440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landmarks 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data augmentation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neural 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70448" y="2926080"/>
            <a:ext cx="18288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833872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7B1FA2">
              <a:alpha val="12000"/>
            </a:srgbClr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234440"/>
            <a:ext cx="731520" cy="73152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076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webcam feed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hand landmarks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sign in real-time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 on screen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0897B">
              <a:alpha val="2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5C6BC0">
              <a:alpha val="20000"/>
            </a:srgbClr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993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F6C00">
              <a:alpha val="20000"/>
            </a:srgbClr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993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AD1457">
              <a:alpha val="20000"/>
            </a:srgbClr>
          </a:solidFill>
          <a:ln w="19050">
            <a:solidFill>
              <a:srgbClr val="AD14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993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834640"/>
          <a:ext cx="8412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A-Z Alphabets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English alphabets in ISL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801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23360" y="13258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 Numbers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numeric sign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801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3258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Common Words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thanks, yes, no, help, please, sorry, good, bad,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200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Hand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1 or 2 hands flexibly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200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23360" y="3246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recognition via webcam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30632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200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3246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required, privacy friendly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2104" y="118872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hand video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96312" y="118872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21408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21 hand landmarks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448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160520" y="118872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XYZ coordinates extracted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48656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24728" y="118872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9824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9824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sign class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12864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88936" y="118872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14032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14032" y="25146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result on screen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1A237E">
              <a:alpha val="40000"/>
            </a:srgbClr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375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7307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(126) → Dense(512) → BN → Dropout → Dense(512) → Dense(256) → Dense(256) → Dense(128) → Dense(64) → Output (46 classes)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|  Loss: Categorical Crossentropy  |  Callbacks: EarlyStopping, ReduceLROnPlateau, ModelCheckpoint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237E">
              <a:alpha val="3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Complete! 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ISL recognition with 99%+ accuracy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sign classes: A-Z, 0-9, and 10 common words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offline, no internet required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3-stage pipeline: collect → train → infer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available on GitHub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74904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00897B">
              <a:alpha val="15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749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github.com/prabha092007/ISL-Sign-Language-Recognition-System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 Sign Language Recognition System</dc:title>
  <dc:subject>PptxGenJS Presentation</dc:subject>
  <dc:creator>Prabha</dc:creator>
  <cp:lastModifiedBy>Prabha</cp:lastModifiedBy>
  <cp:revision>1</cp:revision>
  <dcterms:created xsi:type="dcterms:W3CDTF">2026-06-15T02:37:28Z</dcterms:created>
  <dcterms:modified xsi:type="dcterms:W3CDTF">2026-06-15T02:37:28Z</dcterms:modified>
</cp:coreProperties>
</file>